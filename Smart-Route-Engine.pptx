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Host Grotesk" panose="020B0604020202020204" charset="0"/>
      <p:regular r:id="rId9"/>
    </p:embeddedFont>
    <p:embeddedFont>
      <p:font typeface="Host Grotesk SemiBold" panose="020B0604020202020204" charset="0"/>
      <p:regular r:id="rId10"/>
    </p:embeddedFont>
    <p:embeddedFont>
      <p:font typeface="Neue Haas Grotesk Text Pro" panose="020B0504020202020204" pitchFamily="34" charset="0"/>
      <p:regular r:id="rId11"/>
      <p:bold r:id="rId12"/>
      <p:italic r:id="rId13"/>
      <p:boldItalic r:id="rId14"/>
    </p:embeddedFont>
    <p:embeddedFont>
      <p:font typeface="Space Grotesk Medium" panose="020B0604020202020204" charset="0"/>
      <p:regular r:id="rId15"/>
    </p:embeddedFont>
    <p:embeddedFont>
      <p:font typeface="Space Mono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98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Smart Route Engine project, the team, and the core premise: moving beyond simple shortest-distance navigation toward explainable multi-path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navigation is not a single-variable problem. Drivers constantly balance tolls versus minutes versus fuel, but traditional apps rarely justify why an option was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judges through the 6-step flow: input, multi-route discovery, cost modeling, weighted scoring, optimal selection, and the user-facing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the multi-criteria objective function. Explain how Dijkstra, A*, and K-Shortest Paths produce alternatives, and how the weight vector determines whether Route A, B, or C is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modular technical stack: React frontend with OpenStreetMap, Python/Node backend orchestrating PostGIS and OSRM, feeding the scoring pipeline to produce the explained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hackathon pitch: we deliver cost awareness, multi-path transparency, and explainable routing. Open the floor to jury questions and mention future scope additions like real-time traffic and EV routing.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00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15457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18454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658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0092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3297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977130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12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23068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972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176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468702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10820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1400955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3049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728585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7819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14327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95545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02777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216837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951726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68582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110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38199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2339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17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10853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60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339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58800"/>
            <a:ext cx="629904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hackathon pitch · team smart route · 5-minute brief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194421"/>
            <a:ext cx="5791055" cy="6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144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Smart Route Engine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3012281"/>
            <a:ext cx="5791055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34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Comparing Multiple Paths to Find the Most Optimal Route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518297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781822"/>
            <a:ext cx="5791055" cy="919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Team Name: [Your Team Name]</a:t>
            </a:r>
            <a:endParaRPr lang="en-US" sz="125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Team Members: [Names]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College Name: [College Name]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09585" y="6161484"/>
            <a:ext cx="62990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7ADC9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Hackathon Project · Multi-Criteria Path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03998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problem space · decision trade-offs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5430404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Choosing a route is harder than it looks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85350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117030"/>
            <a:ext cx="6039989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Multiple paths can connect the same locations.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520255"/>
            <a:ext cx="543040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Conflicting travel variables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09585" y="2976761"/>
            <a:ext cx="543040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Distance, time, traffic, and tolls pull the decision in different directions.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3935611"/>
            <a:ext cx="543040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Hidden economic costs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4392116"/>
            <a:ext cx="543040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Travel costs can rise when alternatives are hard to compare.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5074741"/>
            <a:ext cx="543040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explainability gap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09585" y="5531247"/>
            <a:ext cx="543040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Users need a clear reason behind the selected route.</a:t>
            </a:r>
            <a:endParaRPr lang="en-US" sz="15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248" y="609600"/>
            <a:ext cx="3865863" cy="219065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16248" y="2879626"/>
            <a:ext cx="3865863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7ADC9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Three distinct alternative paths: distance, time, and monetary trade-offs.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9585" y="3726061"/>
            <a:ext cx="5430404" cy="12700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15" name="Shape 12"/>
          <p:cNvSpPr/>
          <p:nvPr/>
        </p:nvSpPr>
        <p:spPr>
          <a:xfrm>
            <a:off x="609585" y="4865191"/>
            <a:ext cx="5430404" cy="12700"/>
          </a:xfrm>
          <a:prstGeom prst="rect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68115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pipeline &amp; capabilities · modular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20825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One engine turns route choices into a clear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138660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35138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2618085"/>
            <a:ext cx="3505112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2751435"/>
            <a:ext cx="350511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User enters source and destination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19489" y="235138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9489" y="2618085"/>
            <a:ext cx="3352716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2751435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Generate multiple routes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76998" y="235138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76998" y="2618085"/>
            <a:ext cx="3505112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3" name="Text 11"/>
          <p:cNvSpPr/>
          <p:nvPr/>
        </p:nvSpPr>
        <p:spPr>
          <a:xfrm>
            <a:off x="8076998" y="2751435"/>
            <a:ext cx="350511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Calculate travel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585" y="3332460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585" y="3599160"/>
            <a:ext cx="3505112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6" name="Text 14"/>
          <p:cNvSpPr/>
          <p:nvPr/>
        </p:nvSpPr>
        <p:spPr>
          <a:xfrm>
            <a:off x="609585" y="3732510"/>
            <a:ext cx="350511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Compare route scores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19489" y="3332460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419489" y="3599160"/>
            <a:ext cx="3352716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9" name="Text 17"/>
          <p:cNvSpPr/>
          <p:nvPr/>
        </p:nvSpPr>
        <p:spPr>
          <a:xfrm>
            <a:off x="4419489" y="3732510"/>
            <a:ext cx="3352716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the optimal route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76998" y="3332460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76998" y="3599160"/>
            <a:ext cx="3505112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22" name="Text 20"/>
          <p:cNvSpPr/>
          <p:nvPr/>
        </p:nvSpPr>
        <p:spPr>
          <a:xfrm>
            <a:off x="8076998" y="3732510"/>
            <a:ext cx="350511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Display alternatives and the explanation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585" y="4186535"/>
            <a:ext cx="10972526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kern="100" spc="-40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Capabilities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9585" y="4659610"/>
            <a:ext cx="5333867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Multiple route generation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Distance and time calculation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Travel-cost estimation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48244" y="4659610"/>
            <a:ext cx="5333867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Alternative-route visualization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Explainable route selection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39949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evaluation core · algorithmic scoring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92659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Optimal depends on what the traveler values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221049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474020"/>
            <a:ext cx="6400640" cy="714375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2601020"/>
            <a:ext cx="6045049" cy="460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FF3FB4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FORMULA:</a:t>
            </a: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Route Score = (Wd × Distance) + (Wt × Time) + (Wc × Cost) + (Wtraffic × Traffic Penalty)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315395"/>
          <a:ext cx="6400640" cy="1899793"/>
        </p:xfrm>
        <a:graphic>
          <a:graphicData uri="http://schemas.openxmlformats.org/drawingml/2006/table">
            <a:tbl>
              <a:tblPr/>
              <a:tblGrid>
                <a:gridCol w="160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Route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Distance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Time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Estimated Cost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Route A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12 km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25 min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₹80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7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Route B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15 km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20 min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₹120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41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Route C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10 km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32 min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₹70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9585" y="5329535"/>
            <a:ext cx="640064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7ADC9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selected route changes with preferences and available data.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4918" y="2474020"/>
            <a:ext cx="426719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Dijkstra: minimum-cost path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A*: efficient search with a heuristic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K-Shortest Paths: alternative routes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Weighted scoring: user-priority comparison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architecture · end-to-end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From map input to explained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48014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692870"/>
            <a:ext cx="476238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346920"/>
            <a:ext cx="342891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User Interface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688" y="1692870"/>
            <a:ext cx="476238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95688" y="2346920"/>
            <a:ext cx="320032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Backend API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196" y="1692870"/>
            <a:ext cx="476238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53196" y="2346920"/>
            <a:ext cx="342891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Route Engine</a:t>
            </a:r>
            <a:endParaRPr lang="en-US" sz="1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5" y="3117751"/>
            <a:ext cx="476238" cy="4762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9585" y="3771801"/>
            <a:ext cx="342891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Cost Calculation</a:t>
            </a:r>
            <a:endParaRPr lang="en-US" sz="1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688" y="3117751"/>
            <a:ext cx="476238" cy="4762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95688" y="3771801"/>
            <a:ext cx="320032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Route Comparison</a:t>
            </a:r>
            <a:endParaRPr lang="en-US" sz="19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3196" y="3117751"/>
            <a:ext cx="476238" cy="47625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153196" y="3771801"/>
            <a:ext cx="342891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and Explanation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609585" y="4263231"/>
            <a:ext cx="199127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Frontend</a:t>
            </a:r>
            <a:endParaRPr lang="en-US" sz="1900" dirty="0"/>
          </a:p>
        </p:txBody>
      </p:sp>
      <p:sp>
        <p:nvSpPr>
          <p:cNvPr id="18" name="Text 10"/>
          <p:cNvSpPr/>
          <p:nvPr/>
        </p:nvSpPr>
        <p:spPr>
          <a:xfrm>
            <a:off x="609585" y="4719737"/>
            <a:ext cx="199127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React, HTML, CSS, JavaScript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3007245" y="4263231"/>
            <a:ext cx="178807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Backend</a:t>
            </a:r>
            <a:endParaRPr lang="en-US" sz="1900" dirty="0"/>
          </a:p>
        </p:txBody>
      </p:sp>
      <p:sp>
        <p:nvSpPr>
          <p:cNvPr id="20" name="Text 12"/>
          <p:cNvSpPr/>
          <p:nvPr/>
        </p:nvSpPr>
        <p:spPr>
          <a:xfrm>
            <a:off x="3007245" y="4719737"/>
            <a:ext cx="178807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Python FastAPI or Node.js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5201710" y="4263231"/>
            <a:ext cx="178817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Maps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5201710" y="4719737"/>
            <a:ext cx="19913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OpenStreetMap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7396275" y="4263231"/>
            <a:ext cx="1788076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Routing</a:t>
            </a:r>
            <a:endParaRPr lang="en-US" sz="1900" dirty="0"/>
          </a:p>
        </p:txBody>
      </p:sp>
      <p:sp>
        <p:nvSpPr>
          <p:cNvPr id="24" name="Text 16"/>
          <p:cNvSpPr/>
          <p:nvPr/>
        </p:nvSpPr>
        <p:spPr>
          <a:xfrm>
            <a:off x="7396275" y="4719737"/>
            <a:ext cx="1788076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OSRM or GraphHopper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9590741" y="4263231"/>
            <a:ext cx="1991370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6" name="Text 18"/>
          <p:cNvSpPr/>
          <p:nvPr/>
        </p:nvSpPr>
        <p:spPr>
          <a:xfrm>
            <a:off x="9590741" y="4719737"/>
            <a:ext cx="199137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PostgreSQL / PostGIS</a:t>
            </a:r>
            <a:endParaRPr lang="en-US" sz="1500" dirty="0"/>
          </a:p>
        </p:txBody>
      </p:sp>
      <p:sp>
        <p:nvSpPr>
          <p:cNvPr id="27" name="Shape 19"/>
          <p:cNvSpPr/>
          <p:nvPr/>
        </p:nvSpPr>
        <p:spPr>
          <a:xfrm>
            <a:off x="609585" y="5399187"/>
            <a:ext cx="10972526" cy="433388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28" name="Text 20"/>
          <p:cNvSpPr/>
          <p:nvPr/>
        </p:nvSpPr>
        <p:spPr>
          <a:xfrm>
            <a:off x="787380" y="5500787"/>
            <a:ext cx="1079473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FF3FB4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CORE OUTPUT:</a:t>
            </a: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selected route, alternatives, estimated distance and time, estimated cost, and an explanation.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2797700" y="4263231"/>
            <a:ext cx="12700" cy="1008955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30" name="Shape 22"/>
          <p:cNvSpPr/>
          <p:nvPr/>
        </p:nvSpPr>
        <p:spPr>
          <a:xfrm>
            <a:off x="4992166" y="4263231"/>
            <a:ext cx="12700" cy="1008955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31" name="Shape 23"/>
          <p:cNvSpPr/>
          <p:nvPr/>
        </p:nvSpPr>
        <p:spPr>
          <a:xfrm>
            <a:off x="7186730" y="4263231"/>
            <a:ext cx="12700" cy="1008955"/>
          </a:xfrm>
          <a:prstGeom prst="rect">
            <a:avLst/>
          </a:prstGeom>
          <a:solidFill>
            <a:srgbClr val="2A3358"/>
          </a:solidFill>
          <a:ln/>
        </p:spPr>
      </p:sp>
      <p:sp>
        <p:nvSpPr>
          <p:cNvPr id="32" name="Shape 24"/>
          <p:cNvSpPr/>
          <p:nvPr/>
        </p:nvSpPr>
        <p:spPr>
          <a:xfrm>
            <a:off x="9381196" y="4263231"/>
            <a:ext cx="12700" cy="1008955"/>
          </a:xfrm>
          <a:prstGeom prst="rect">
            <a:avLst/>
          </a:prstGeom>
          <a:solidFill>
            <a:srgbClr val="2A335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09" y="558800"/>
            <a:ext cx="762615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hackathon conclusion · impact &amp;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7209" y="811510"/>
            <a:ext cx="70165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400" kern="100" spc="-68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Compare. Calculate. Explain. Navigate Smarter.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7209" y="1915021"/>
            <a:ext cx="7016574" cy="662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8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Route Engine transforms traditional navigation into an intelligent, explainable route decision system.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667000"/>
            <a:ext cx="5587860" cy="2139255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6" name="Text 4"/>
          <p:cNvSpPr/>
          <p:nvPr/>
        </p:nvSpPr>
        <p:spPr>
          <a:xfrm>
            <a:off x="863578" y="2870200"/>
            <a:ext cx="5079873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Key Deliverables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578" y="3326705"/>
            <a:ext cx="5079873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• Smarter route decisions with explicit travel-cost awareness</a:t>
            </a:r>
            <a:endParaRPr lang="en-US" sz="1250" dirty="0"/>
          </a:p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• Multiple transparent alternatives tailored to traveler preferences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• Fully explainable scoring trade-offs rather than a black-box suggestion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75241" y="2667000"/>
            <a:ext cx="5206870" cy="1909068"/>
          </a:xfrm>
          <a:prstGeom prst="rect">
            <a:avLst/>
          </a:prstGeom>
          <a:solidFill>
            <a:srgbClr val="141C3E"/>
          </a:solidFill>
          <a:ln/>
        </p:spPr>
      </p:sp>
      <p:sp>
        <p:nvSpPr>
          <p:cNvPr id="9" name="Text 7"/>
          <p:cNvSpPr/>
          <p:nvPr/>
        </p:nvSpPr>
        <p:spPr>
          <a:xfrm>
            <a:off x="6629234" y="2870200"/>
            <a:ext cx="4698882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234" y="3326705"/>
            <a:ext cx="4698882" cy="1046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• Real-time traffic, dynamic road closures &amp; weather inputs</a:t>
            </a:r>
            <a:endParaRPr lang="en-US" sz="1250" dirty="0"/>
          </a:p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• EV charging stops &amp; energy-aware route planning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• Predictive AI travel times &amp; smart-city mobility integration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7209" y="5943600"/>
            <a:ext cx="10877278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16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THANK YOU </a:t>
            </a:r>
            <a:r>
              <a:rPr lang="en-US" sz="4000" kern="100" spc="-160" dirty="0">
                <a:solidFill>
                  <a:srgbClr val="FF3FB4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|</a:t>
            </a:r>
            <a:r>
              <a:rPr lang="en-US" sz="4000" kern="100" spc="-160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Questions?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28</TotalTime>
  <Words>635</Words>
  <Application>Microsoft Office PowerPoint</Application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System Font Regular</vt:lpstr>
      <vt:lpstr>Host Grotesk SemiBold</vt:lpstr>
      <vt:lpstr>Neue Haas Grotesk Text Pro</vt:lpstr>
      <vt:lpstr>Host Grotesk</vt:lpstr>
      <vt:lpstr>Space Mono</vt:lpstr>
      <vt:lpstr>Space Grotesk Medium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chowdari shanmukha</cp:lastModifiedBy>
  <cp:revision>2</cp:revision>
  <dcterms:created xsi:type="dcterms:W3CDTF">2026-10-03T06:20:08Z</dcterms:created>
  <dcterms:modified xsi:type="dcterms:W3CDTF">2026-10-03T06:54:27Z</dcterms:modified>
</cp:coreProperties>
</file>